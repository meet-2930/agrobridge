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12191695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"/>
            <a:ext cx="12191695" cy="32004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Submission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– Smart Mandi Access &amp; Management Platform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880360"/>
          <a:ext cx="9784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858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ID: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Title: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Farmers often face long waiting times, lack of information regarding procurement schedules and uncertainty about procurement status.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Category: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 of Consumer Affairs, Food &amp; Public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Name: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ID: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[MISSING – to be provided by team before final submission]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AgroBridge – Smart Queue and Slot Management for APMC Procurement Centres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77824"/>
            <a:ext cx="12191695" cy="3657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ID 26032  |  Team: AgroBridge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5683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 |  Ministry of Consumer Affairs, Food &amp; Public Distribution  |  Theme: Smart Automation  |  2/6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– Smart Mandi Access &amp; Management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Digitising Mandi Access, Queues and Procurement for Faster, More Transparent Farmer Transactions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3657600" cy="310896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574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2057400"/>
            <a:ext cx="3657600" cy="3108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0574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24231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→ mandi selection → slot booking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token visibility, mandi arrival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workflow status → payment visibility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Staff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/ slot &amp; queue management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&amp; processing visibility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status updates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▪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/ Buyer</a:t>
            </a:r>
            <a:endParaRPr lang="en-US" sz="13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board &amp; bidding (prototype)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365760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0574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4231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5577840"/>
            <a:ext cx="114300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650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– Bridging the gap between farmers, mandi stakeholders and buyers by digitalizing fragmented agricultural market processes into a unified, transparent and intelligent digital ecosystem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77824"/>
            <a:ext cx="12191695" cy="3657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ID 26032  |  Team: AgroBridge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5683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 |  Ministry of Consumer Affairs, Food &amp; Public Distribution  |  Theme: Smart Automation  |  3/6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(current implementation)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TRADER / MANDI STAFF / ARHTIYA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267712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138808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Mobile App (iOS / Android / Web)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724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FF993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809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 + Capacity / Queue Engine (JS)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4381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941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Firestore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(bookings, queues, users)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694176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6941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Services on Render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(IVR + Chatbot backend)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43342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45720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B539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Telephony: sim / Plivo / Twilio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(outbound calls – sim active)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54480" y="43342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B5394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Slot / Procurement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Notifications + SMS outbox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Chatbot: React Native ChatbotScreen → Node /chat → Gemini API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65960"/>
                <a:gridCol w="26517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/ Expo (JS)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Farmer, officer, trader, arhtiya mobile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(Express)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 + chatbot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/ Firestore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Bookings, live queues, users,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chatbot (EN / HI / Hinglish)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 / 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(active), Plivo, Twilio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booking &amp; status for feature phones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(free tier)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 + chatbot 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Hosting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build (dist)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SMS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 push; SMS outbox queued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(SMS gateway pending)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Emulator Suite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functions/firestore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126480" y="4663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(implemented)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126480" y="498348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mandi selection, slot booking, queue/token visibility, procurement status, payment/status info, chatbot assistance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Staff: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scan, stage queues, assay, weighing, mark paid, capacity/yard setup, reports, telemetry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board, bidding, purchase history (prototype)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Arhtiya: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booking for linked farmers (prototype)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77824"/>
            <a:ext cx="12191695" cy="3657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ID 26032  |  Team: AgroBridge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5683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 |  Ministry of Consumer Affairs, Food &amp; Public Distribution  |  Theme: Smart Automation  |  4/6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657600" cy="3108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FEASIBLE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5760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164592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657600" cy="310896"/>
          </a:xfrm>
          <a:prstGeom prst="rect">
            <a:avLst/>
          </a:prstGeom>
          <a:solidFill>
            <a:srgbClr val="0B5394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164592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61722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→ Round 2: concept → working multi-role prototype (app + backend + engine + IVR/chatbot prototype); government integration, SMS gateway &amp; production rules remain pending.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77824"/>
            <a:ext cx="12191695" cy="3657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ID 26032  |  Team: AgroBridge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5683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 |  Ministry of Consumer Affairs, Food &amp; Public Distribution  |  Theme: Smart Automation  |  5/6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657600" cy="310896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57600" cy="31089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STAFF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16459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65760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16459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  <a:p>
            <a:pPr lvl="1" marL="6858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1143000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prototype: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waiting-time or economic-impact data yet – testing is on seeded Haryana mandi test accounts (simulator / demo mode).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/ modelled impact: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arrival hours → fewer pre-dawn road queues; live status → fewer repeated enquiries at counters; capacity-aware slots → smoother peak-day flow.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(Projections – to be validated with pilot mandi data; not measured results.)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77824"/>
            <a:ext cx="12191695" cy="36576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ID 26032  |  Team: AgroBridge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65683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AgroBridge  |  Ministry of Consumer Affairs, Food &amp; Public Distribution  |  Theme: Smart Automation  |  6/6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APMC / mandi procurement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AgriStack &amp; state marketing-board guidance; state APMC Act summaries (e.g., Haryana Agricultural Produce Markets Act) – e.g. https://agriharyana.gov.in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procurement &amp; MSP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of Food &amp; Public Distribution / CACP MSP notifications – https://dfpd.gov.in , https://acac.gov.in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 – national e-trading of produce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Agriculture Market (eNAM), Ministry of Agriculture – https://enam.gov.in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registration (MFMB / e-Kharid)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 Fasal Mera Byora (Haryana) &amp; e-Kharid state portals – https://mfmb.haryana.gov.in , https://ekharid.in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agriculture &amp;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ICAR / Ministry of Agriculture digital-agriculture reports; NASSCOM &amp; NABARD digital-inclusion studies on farmer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norms (FAQ for wheat/paddy)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 / Government of India FAQ norms for foodgrains – https://fci.gov.in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Technical: queue &amp; slot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/ Expo docs (https://docs.expo.dev), Firebase/Firestore docs (https://firebase.google.com/docs), Google Gemini API docs (https://ai.google.dev)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Telephony / IVR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 &amp; Plivo voice API documentation (https://www.twilio.com/docs/voice, https://www.plivo.com/voice/api/)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are public government / official technical documentation. No fabricated references.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2026-09-23T14:26:59Z</dcterms:created>
  <dcterms:modified xsi:type="dcterms:W3CDTF">2026-09-23T14:26:59Z</dcterms:modified>
</cp:coreProperties>
</file>